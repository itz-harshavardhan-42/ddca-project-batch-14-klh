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7447E-C891-DDFE-EE02-B63779C01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ABD25-8859-93AE-6AEE-D0006CA73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C5120-3451-D0B0-3EE6-C9DBC305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69C1C-785A-B501-F6B9-C8177E75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4714-C1DC-0E9A-4D04-8CAEB6A6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8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0150-F8AF-1CCC-74D8-F8F659F7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69E33-EDF0-9552-2A9C-EB6363038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0A053-AE1C-8077-858F-637E5A44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44C3A-92AA-6160-F5C6-B430BDF5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ECCA-8326-5AAF-306C-6ECEE26CF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70FD5-E41B-2B70-71D1-A28FAB92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73FE9-42B4-D611-8C09-BDF91B6C5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4403F-BD26-7AA1-BBB5-BB78E11B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8408D-1D53-D612-CEBF-50E0B2DE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51D1-F65C-3A36-470B-772362E4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9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85E1-848F-9ABC-7B82-96466CC3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31EA-04B9-DEF2-82EC-B90EC4CDF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E5887-32D4-9521-A41B-43A0FB8C1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87D6-D432-A211-E55C-6E1FD4E2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66B4D-4243-7686-7391-DD9C89C2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47698-48CF-D81B-8E0A-E49F5EA5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69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DB9E-492F-16FA-9870-6C723E7B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C08E9-A831-2505-E9DE-C5026D3D2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556EE-D341-148C-80CD-4A45A6EA3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1B252-ED87-9227-7269-CB022DDFB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016DC-3B0E-4B47-F835-02075E029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AC9DA-6F6E-4157-5ACB-9DFA01B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448CF-56BC-A15B-DE8C-3A30B6F6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9CA51-FE4A-6092-B840-A8262B55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79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D864-42B4-10C0-5233-C802F65C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3FC4B-3E03-EDAA-B561-EB5661CD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D93E1-9188-3756-AF6A-4EBF1FC8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AE9A7-062B-925D-5569-3F670EDA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6A7A4-7D85-95CE-95F9-DF3363A6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77F5D-0308-66ED-8737-4B852B4A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78979-647D-758B-34EA-F112CC05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8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A550-793B-49FB-21C3-F1C354FE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2D09-2F3D-A2D3-5A03-11B5F9D9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46827-04DC-1E97-1B97-081AF0376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0BB8-DDFF-4800-8F08-76BFB617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562EE-3E7C-86E7-EA44-E73EAAE4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7A884-E082-1941-E0BC-082C7FE7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2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0ED0-DF3E-34F3-211F-6AEA156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68459-AC00-5B6D-B93B-B6FB12D63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462CC-98A7-9E09-65BD-677D2A173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BDD49-65C3-9C2C-A87D-0546BD91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7F4BD-5E47-B7DA-A91A-7783164F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DDBDC-7C5E-DE9D-1424-671AA6DF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F111-93DB-9D52-E344-B9AB73F7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2F7ED-36B2-95FD-568E-4420322CD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8D267-2C7A-EE12-6DF3-0DE6D995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4156-8468-ED37-AFA7-3793AD16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DD2D6-0815-1195-0AE8-8449770B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56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E47944-8E80-BB7E-424E-11027D9DD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D8219-E969-DE30-AAA6-B862ED3C7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7176B-8EC3-62E1-A97C-B23A42FB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AC5B-DE89-4814-6786-8024A042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8F36-64CF-80AE-8C0A-CDECDC05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10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FD0DB-17F2-E519-D508-4B2BCD6FA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7D9CF-4012-5D0F-9ADB-A4562584D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A651-E19E-49DC-0604-E9739F353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65E58-29B0-4A2F-A2BD-58AD620CD02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8D8A-3E93-305F-9192-B48BE7BBB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4B71E-5F8A-A532-81E3-BD2F1226F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498F7-BF8C-4AC7-8183-5265871D4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3502-C57C-8066-27B4-33D5AE9FC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168" y="384427"/>
            <a:ext cx="10539664" cy="2278563"/>
          </a:xfrm>
        </p:spPr>
        <p:txBody>
          <a:bodyPr>
            <a:normAutofit/>
          </a:bodyPr>
          <a:lstStyle/>
          <a:p>
            <a:r>
              <a:rPr lang="en-US" sz="4400" dirty="0"/>
              <a:t>Design and Simulation of a Digital Patient Emergency Alarm and Alert System Using Combination Logic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9718B-B901-DCDC-55AB-5C2A27C5B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2463" y="4195011"/>
            <a:ext cx="6693788" cy="84279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PRESENTED BY       </a:t>
            </a:r>
          </a:p>
          <a:p>
            <a:r>
              <a:rPr lang="en-IN" dirty="0"/>
              <a:t>Karthikeya , Harsha , Dhanush , Rohan and Sathvik.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7CE7-3651-8E8A-CD79-DDE9A32E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74" y="360947"/>
            <a:ext cx="5610726" cy="1177341"/>
          </a:xfrm>
        </p:spPr>
        <p:txBody>
          <a:bodyPr/>
          <a:lstStyle/>
          <a:p>
            <a:r>
              <a:rPr lang="en-IN" u="sng" dirty="0"/>
              <a:t>PATIENT</a:t>
            </a:r>
            <a:r>
              <a:rPr lang="en-IN" dirty="0"/>
              <a:t> </a:t>
            </a:r>
            <a:r>
              <a:rPr lang="en-IN" u="sng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FEB23-6ED5-F39F-A390-B6A00ED2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3" y="1715628"/>
            <a:ext cx="6248399" cy="4500688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Patient monitoring is very important in hospitals, especially in critical care environments.</a:t>
            </a:r>
          </a:p>
          <a:p>
            <a:r>
              <a:rPr lang="en-IN" dirty="0"/>
              <a:t>Different parameters such as </a:t>
            </a:r>
            <a:r>
              <a:rPr lang="en-IN" b="1" dirty="0"/>
              <a:t>heart rate, body temperature, oxygen level, and blood pressure</a:t>
            </a:r>
            <a:r>
              <a:rPr lang="en-IN" dirty="0"/>
              <a:t> need to be monitored.</a:t>
            </a:r>
          </a:p>
          <a:p>
            <a:r>
              <a:rPr lang="en-IN" dirty="0"/>
              <a:t>In our project, these conditions are represented using digital signals.</a:t>
            </a:r>
          </a:p>
          <a:p>
            <a:r>
              <a:rPr lang="en-IN" dirty="0"/>
              <a:t>A value of </a:t>
            </a:r>
            <a:r>
              <a:rPr lang="en-IN" b="1" dirty="0"/>
              <a:t>0 represents a normal condition</a:t>
            </a:r>
            <a:r>
              <a:rPr lang="en-IN" dirty="0"/>
              <a:t>, while </a:t>
            </a:r>
            <a:r>
              <a:rPr lang="en-IN" b="1" dirty="0"/>
              <a:t>1 represents an abnormal condition</a:t>
            </a:r>
            <a:r>
              <a:rPr lang="en-IN" dirty="0"/>
              <a:t>.</a:t>
            </a:r>
          </a:p>
          <a:p>
            <a:r>
              <a:rPr lang="en-IN" dirty="0"/>
              <a:t>The system processes these inputs using combinational logic and generates an alarm whenever an abnormal condition is detected.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CC7C3-C105-BF47-9B91-C278FBE0D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69" y="1715628"/>
            <a:ext cx="5097211" cy="38229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770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1810-5F64-7C28-1CC3-85338472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F909-47B6-2D96-6134-6AFA73764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938" y="1690688"/>
            <a:ext cx="9818716" cy="4231785"/>
          </a:xfrm>
        </p:spPr>
        <p:txBody>
          <a:bodyPr/>
          <a:lstStyle/>
          <a:p>
            <a:r>
              <a:rPr lang="en-IN" dirty="0"/>
              <a:t>The main objectives of our project are:</a:t>
            </a:r>
          </a:p>
          <a:p>
            <a:r>
              <a:rPr lang="en-IN" dirty="0"/>
              <a:t>First, to design a digital patient alarm system using combinational logic.</a:t>
            </a:r>
          </a:p>
          <a:p>
            <a:r>
              <a:rPr lang="en-IN" dirty="0"/>
              <a:t>Second, to understand the practical application of </a:t>
            </a:r>
            <a:r>
              <a:rPr lang="en-IN" b="1" dirty="0"/>
              <a:t>logic gates and Boolean algebra</a:t>
            </a:r>
            <a:r>
              <a:rPr lang="en-IN" dirty="0"/>
              <a:t>.</a:t>
            </a:r>
          </a:p>
          <a:p>
            <a:r>
              <a:rPr lang="en-IN" dirty="0"/>
              <a:t>Third, to detect abnormal conditions using digital inputs.</a:t>
            </a:r>
          </a:p>
          <a:p>
            <a:r>
              <a:rPr lang="en-IN" dirty="0"/>
              <a:t>And finally, to simulate and verify the circuit using digital simulation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30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5D468-712F-B0FE-EDC9-AD4D7B47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BLOCK</a:t>
            </a:r>
            <a:r>
              <a:rPr lang="en-IN" dirty="0"/>
              <a:t> </a:t>
            </a:r>
            <a:r>
              <a:rPr lang="en-IN" u="sng" dirty="0"/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E1DA-F585-8632-31D1-E9F4F7ED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65" y="1690688"/>
            <a:ext cx="10515600" cy="4351338"/>
          </a:xfrm>
        </p:spPr>
        <p:txBody>
          <a:bodyPr/>
          <a:lstStyle/>
          <a:p>
            <a:r>
              <a:rPr lang="en-IN" dirty="0"/>
              <a:t>This is the block diagram of our proposed system.</a:t>
            </a:r>
          </a:p>
          <a:p>
            <a:r>
              <a:rPr lang="en-IN" dirty="0"/>
              <a:t>We have four inputs: </a:t>
            </a:r>
            <a:r>
              <a:rPr lang="en-IN" b="1" dirty="0"/>
              <a:t>heart rate, temperature, oxygen level, and blood pressure</a:t>
            </a:r>
            <a:r>
              <a:rPr lang="en-IN" dirty="0"/>
              <a:t>.</a:t>
            </a:r>
          </a:p>
          <a:p>
            <a:r>
              <a:rPr lang="en-IN" dirty="0"/>
              <a:t>These inputs are given to the </a:t>
            </a:r>
            <a:r>
              <a:rPr lang="en-IN" b="1" dirty="0"/>
              <a:t>combinational logic circuit</a:t>
            </a:r>
            <a:r>
              <a:rPr lang="en-IN" dirty="0"/>
              <a:t>.</a:t>
            </a:r>
          </a:p>
          <a:p>
            <a:r>
              <a:rPr lang="en-IN" dirty="0"/>
              <a:t>The logic circuit processes the inputs and produces one output called the </a:t>
            </a:r>
            <a:r>
              <a:rPr lang="en-IN" b="1" dirty="0"/>
              <a:t>alarm output</a:t>
            </a:r>
            <a:r>
              <a:rPr lang="en-IN" dirty="0"/>
              <a:t>.</a:t>
            </a:r>
          </a:p>
          <a:p>
            <a:r>
              <a:rPr lang="en-IN" dirty="0"/>
              <a:t>If any one of the inputs becomes abnormal, the alarm is activated using an </a:t>
            </a:r>
            <a:r>
              <a:rPr lang="en-IN" b="1" dirty="0"/>
              <a:t>LED or buzzer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6767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B4F6-5EC9-3780-BAA3-FCD92744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COMBINATIONAL</a:t>
            </a:r>
            <a:r>
              <a:rPr lang="en-IN" dirty="0"/>
              <a:t>  </a:t>
            </a:r>
            <a:r>
              <a:rPr lang="en-IN" u="sng" dirty="0"/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6F01-F9E0-ED1C-AD8C-41AA4F7D3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main logic used in our project is the </a:t>
            </a:r>
            <a:r>
              <a:rPr lang="en-IN" b="1" dirty="0"/>
              <a:t>OR gate</a:t>
            </a:r>
            <a:r>
              <a:rPr lang="en-IN" dirty="0"/>
              <a:t>.</a:t>
            </a:r>
          </a:p>
          <a:p>
            <a:r>
              <a:rPr lang="en-IN" dirty="0"/>
              <a:t>An OR gate produces an output of 1 when </a:t>
            </a:r>
            <a:r>
              <a:rPr lang="en-IN" b="1" dirty="0"/>
              <a:t>at least one of its inputs is 1</a:t>
            </a:r>
            <a:r>
              <a:rPr lang="en-IN" dirty="0"/>
              <a:t>.</a:t>
            </a:r>
          </a:p>
          <a:p>
            <a:r>
              <a:rPr lang="en-IN" dirty="0"/>
              <a:t>This makes the OR gate suitable for our project because we want the alarm to activate when any patient parameter becomes abnormal.</a:t>
            </a:r>
          </a:p>
          <a:p>
            <a:r>
              <a:rPr lang="en-IN" dirty="0"/>
              <a:t>So our basic logic function is:</a:t>
            </a:r>
          </a:p>
          <a:p>
            <a:r>
              <a:rPr lang="en-IN" b="1" dirty="0"/>
              <a:t>A equals H OR T OR O OR B.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34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E816-B1E1-F9DD-65C4-CDB97B63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CIRCUIT</a:t>
            </a:r>
            <a:r>
              <a:rPr lang="en-IN" dirty="0"/>
              <a:t>  </a:t>
            </a:r>
            <a:r>
              <a:rPr lang="en-IN" u="sng" dirty="0"/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B2DB9-D8A7-F2F0-AF92-66DAA5453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42" y="1652329"/>
            <a:ext cx="10515600" cy="4351338"/>
          </a:xfrm>
        </p:spPr>
        <p:txBody>
          <a:bodyPr/>
          <a:lstStyle/>
          <a:p>
            <a:r>
              <a:rPr lang="en-IN" dirty="0"/>
              <a:t>This is our circuit diagram.</a:t>
            </a:r>
          </a:p>
          <a:p>
            <a:r>
              <a:rPr lang="en-IN" dirty="0"/>
              <a:t>Since we are using four inputs, we can use three 2-input OR gates.</a:t>
            </a:r>
          </a:p>
          <a:p>
            <a:r>
              <a:rPr lang="en-IN" dirty="0"/>
              <a:t>The first OR gate combines </a:t>
            </a:r>
            <a:r>
              <a:rPr lang="en-IN" b="1" dirty="0"/>
              <a:t>heart rate and temperature</a:t>
            </a:r>
            <a:r>
              <a:rPr lang="en-IN" dirty="0"/>
              <a:t>.</a:t>
            </a:r>
          </a:p>
          <a:p>
            <a:r>
              <a:rPr lang="en-IN" dirty="0"/>
              <a:t>The second OR gate combines </a:t>
            </a:r>
            <a:r>
              <a:rPr lang="en-IN" b="1" dirty="0"/>
              <a:t>oxygen level and blood pressure</a:t>
            </a:r>
            <a:r>
              <a:rPr lang="en-IN" dirty="0"/>
              <a:t>.</a:t>
            </a:r>
          </a:p>
          <a:p>
            <a:r>
              <a:rPr lang="en-IN" dirty="0"/>
              <a:t>The outputs of these two gates are then connected to the third OR gate.</a:t>
            </a:r>
          </a:p>
          <a:p>
            <a:r>
              <a:rPr lang="en-IN" dirty="0"/>
              <a:t>Finally, the output is connected to an </a:t>
            </a:r>
            <a:r>
              <a:rPr lang="en-IN" b="1" dirty="0"/>
              <a:t>LED or buzzer</a:t>
            </a:r>
            <a:r>
              <a:rPr lang="en-IN" dirty="0"/>
              <a:t>.</a:t>
            </a:r>
          </a:p>
          <a:p>
            <a:r>
              <a:rPr lang="en-IN" dirty="0"/>
              <a:t>When the output is 1, the alarm turns 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12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94BA-C508-EA8B-D10F-3186AE88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BOOLEAN</a:t>
            </a:r>
            <a:r>
              <a:rPr lang="en-IN" dirty="0"/>
              <a:t> </a:t>
            </a:r>
            <a:r>
              <a:rPr lang="en-IN" u="sng" dirty="0"/>
              <a:t>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609B-57F6-4992-B69B-235F7CB0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Boolean expression for our circuit is:</a:t>
            </a:r>
          </a:p>
          <a:p>
            <a:r>
              <a:rPr lang="en-IN" b="1" dirty="0"/>
              <a:t>A = H + T + O + B</a:t>
            </a:r>
            <a:endParaRPr lang="en-IN" dirty="0"/>
          </a:p>
          <a:p>
            <a:r>
              <a:rPr lang="en-IN" dirty="0"/>
              <a:t>Here, the plus symbol represents the </a:t>
            </a:r>
            <a:r>
              <a:rPr lang="en-IN" b="1" dirty="0"/>
              <a:t>OR operation</a:t>
            </a:r>
            <a:r>
              <a:rPr lang="en-IN" dirty="0"/>
              <a:t>.</a:t>
            </a:r>
          </a:p>
          <a:p>
            <a:r>
              <a:rPr lang="en-IN" dirty="0"/>
              <a:t>H represents abnormal heart rate, T represents abnormal temperature, O represents abnormal oxygen level, and B represents abnormal blood pressure.</a:t>
            </a:r>
          </a:p>
          <a:p>
            <a:r>
              <a:rPr lang="en-IN" dirty="0"/>
              <a:t>Therefore, if any of these inputs is 1, the alarm output becomes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44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340D-63FC-9162-E667-2BB5B4E5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TRUTH</a:t>
            </a:r>
            <a:r>
              <a:rPr lang="en-IN" dirty="0"/>
              <a:t> </a:t>
            </a:r>
            <a:r>
              <a:rPr lang="en-IN" u="sng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1FFAE-838C-4FEE-62D2-CD3D6424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is the truth table for our system.</a:t>
            </a:r>
          </a:p>
          <a:p>
            <a:r>
              <a:rPr lang="en-IN" dirty="0"/>
              <a:t>Since we have four inputs, the total number of possible combinations is:</a:t>
            </a:r>
          </a:p>
          <a:p>
            <a:r>
              <a:rPr lang="en-IN" b="1" dirty="0"/>
              <a:t>2 to the power 4, which is 16 combinations.</a:t>
            </a:r>
            <a:endParaRPr lang="en-IN" dirty="0"/>
          </a:p>
          <a:p>
            <a:r>
              <a:rPr lang="en-IN" dirty="0"/>
              <a:t>When all four inputs are zero, the alarm output is zero.</a:t>
            </a:r>
          </a:p>
          <a:p>
            <a:r>
              <a:rPr lang="en-IN" dirty="0"/>
              <a:t>For every other combination, at least one input is one, so the alarm output becomes one.</a:t>
            </a:r>
          </a:p>
          <a:p>
            <a:r>
              <a:rPr lang="en-IN" dirty="0"/>
              <a:t>Therefore, the alarm is activated whenever any abnormal condition is detected.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94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5556-AD4B-1144-B3C5-50811D64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5D6F-AD43-CC07-46CD-CB323CAFF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we can see the simulation of our circuit.</a:t>
            </a:r>
          </a:p>
          <a:p>
            <a:r>
              <a:rPr lang="en-IN" dirty="0"/>
              <a:t>We have used switches to represent the four patient conditions.</a:t>
            </a:r>
          </a:p>
          <a:p>
            <a:r>
              <a:rPr lang="en-IN" dirty="0"/>
              <a:t>The switches are connected to OR gates, and the final output is connected to an LED.</a:t>
            </a:r>
          </a:p>
          <a:p>
            <a:r>
              <a:rPr lang="en-IN" dirty="0"/>
              <a:t>When all switches are OFF, the LED is OFF.</a:t>
            </a:r>
          </a:p>
          <a:p>
            <a:r>
              <a:rPr lang="en-IN" dirty="0"/>
              <a:t>If we turn ON any one switch, the LED immediately turns ON.</a:t>
            </a:r>
          </a:p>
          <a:p>
            <a:r>
              <a:rPr lang="en-IN" dirty="0"/>
              <a:t>This confirms that our circuit is working according to the Boolean expression and truth 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034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3667-3ACC-2395-6299-DB3CF670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2BC8-41F9-46C6-0B5B-BBBEBE339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several advantages of this system.</a:t>
            </a:r>
          </a:p>
          <a:p>
            <a:r>
              <a:rPr lang="en-IN" dirty="0"/>
              <a:t>First, the circuit is </a:t>
            </a:r>
            <a:r>
              <a:rPr lang="en-IN" b="1" dirty="0"/>
              <a:t>simple and easy to understand</a:t>
            </a:r>
            <a:r>
              <a:rPr lang="en-IN" dirty="0"/>
              <a:t>.</a:t>
            </a:r>
          </a:p>
          <a:p>
            <a:r>
              <a:rPr lang="en-IN" dirty="0"/>
              <a:t>Second, it provides a </a:t>
            </a:r>
            <a:r>
              <a:rPr lang="en-IN" b="1" dirty="0"/>
              <a:t>fast response</a:t>
            </a:r>
            <a:r>
              <a:rPr lang="en-IN" dirty="0"/>
              <a:t> because it uses combinational logic.</a:t>
            </a:r>
          </a:p>
          <a:p>
            <a:r>
              <a:rPr lang="en-IN" dirty="0"/>
              <a:t>Third, it requires only basic digital components.</a:t>
            </a:r>
          </a:p>
          <a:p>
            <a:r>
              <a:rPr lang="en-IN" dirty="0"/>
              <a:t>It is also easy to simulate, inexpensive, and can be expanded by adding more inputs.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0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0643-1D4E-CA9F-7B54-D68D6DDC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APPLICATIONS</a:t>
            </a:r>
            <a:r>
              <a:rPr lang="en-IN" dirty="0"/>
              <a:t> &amp; </a:t>
            </a:r>
            <a:r>
              <a:rPr lang="en-IN" u="sng" dirty="0"/>
              <a:t>FUTURE</a:t>
            </a:r>
            <a:r>
              <a:rPr lang="en-IN" dirty="0"/>
              <a:t> </a:t>
            </a:r>
            <a:r>
              <a:rPr lang="en-IN" u="sng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0C012-933D-F82D-1AEC-73448DF8E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concept can be applied to patient monitoring systems, hospital alarm systems, ICU monitoring concepts, and emergency alert systems.</a:t>
            </a:r>
          </a:p>
          <a:p>
            <a:r>
              <a:rPr lang="en-IN" dirty="0"/>
              <a:t>In the future, the project can be improved by connecting </a:t>
            </a:r>
            <a:r>
              <a:rPr lang="en-IN" b="1" dirty="0"/>
              <a:t>real sensors</a:t>
            </a:r>
            <a:r>
              <a:rPr lang="en-IN" dirty="0"/>
              <a:t> for temperature, heart rate, oxygen level, and blood pressure.</a:t>
            </a:r>
          </a:p>
          <a:p>
            <a:r>
              <a:rPr lang="en-IN" dirty="0"/>
              <a:t>We can also add a </a:t>
            </a:r>
            <a:r>
              <a:rPr lang="en-IN" b="1" dirty="0"/>
              <a:t>microcontroller, LCD display, wireless communication, and individual warning indicators</a:t>
            </a:r>
            <a:r>
              <a:rPr lang="en-IN" dirty="0"/>
              <a:t>.</a:t>
            </a:r>
          </a:p>
          <a:p>
            <a:r>
              <a:rPr lang="en-IN" dirty="0"/>
              <a:t>This would make the system more advanced and practical.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49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B6D2-B0A7-4A11-56AA-92B5B217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E931-F813-600A-E25E-3B63A8B70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To conclude, we successfully designed and simulated a digital patient alarm system using combinational logic.</a:t>
            </a:r>
          </a:p>
          <a:p>
            <a:r>
              <a:rPr lang="en-IN" dirty="0"/>
              <a:t>The system uses four digital inputs representing different patient conditions.</a:t>
            </a:r>
          </a:p>
          <a:p>
            <a:r>
              <a:rPr lang="en-IN" dirty="0"/>
              <a:t>Using OR gates, the system activates an alarm whenever at least one abnormal condition is detected.</a:t>
            </a:r>
          </a:p>
          <a:p>
            <a:r>
              <a:rPr lang="en-IN" dirty="0"/>
              <a:t>This project helped us understand the practical application of </a:t>
            </a:r>
            <a:r>
              <a:rPr lang="en-IN" b="1" dirty="0"/>
              <a:t>logic gates, Boolean expressions, truth tables, and digital circuit simulation</a:t>
            </a:r>
            <a:r>
              <a:rPr lang="en-IN" dirty="0"/>
              <a:t>.</a:t>
            </a:r>
          </a:p>
          <a:p>
            <a:r>
              <a:rPr lang="en-IN" dirty="0"/>
              <a:t>Thank you for listening to our presentation.</a:t>
            </a:r>
          </a:p>
          <a:p>
            <a:r>
              <a:rPr lang="en-IN" b="1" dirty="0"/>
              <a:t>I am ready to answer any questions.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37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856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Design and Simulation of a Digital Patient Emergency Alarm and Alert System Using Combination Logic</vt:lpstr>
      <vt:lpstr>PATIENT MONITORING</vt:lpstr>
      <vt:lpstr>OBJECTIVES</vt:lpstr>
      <vt:lpstr>BLOCK DIAGRAM</vt:lpstr>
      <vt:lpstr>COMBINATIONAL  LOGIC</vt:lpstr>
      <vt:lpstr>CIRCUIT  DIAGRAM</vt:lpstr>
      <vt:lpstr>BOOLEAN EXPRESSION</vt:lpstr>
      <vt:lpstr>TRUTH TABLE</vt:lpstr>
      <vt:lpstr>SIMULATION</vt:lpstr>
      <vt:lpstr>ADVANTAGES</vt:lpstr>
      <vt:lpstr>APPLICATIONS &amp; 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Lakshminarayana Tammu</dc:creator>
  <cp:lastModifiedBy>Lakshminarayana Tammu</cp:lastModifiedBy>
  <cp:revision>1</cp:revision>
  <dcterms:created xsi:type="dcterms:W3CDTF">2026-09-07T15:13:23Z</dcterms:created>
  <dcterms:modified xsi:type="dcterms:W3CDTF">2026-09-07T15:16:04Z</dcterms:modified>
</cp:coreProperties>
</file>